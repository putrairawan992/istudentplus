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206240" cy="420624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2926080" cy="2926080"/>
          </a:xfrm>
          <a:prstGeom prst="ellipse">
            <a:avLst/>
          </a:prstGeom>
          <a:solidFill>
            <a:srgbClr val="1E78C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UPDATE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iStudentPlus Website Development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Elementor → Next.js + TypeScript, with SEO &amp; GEO optimization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 Juli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this week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311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and shipped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1E78C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9169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corrections vs. old site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826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based on the client brief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968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next week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3342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breakdown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1E78C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0200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from you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3858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blocking further progress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19659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3796" y="21488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3796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LIVE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42716" y="19659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2716" y="21488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7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42716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SECTIONS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9659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1636" y="21488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31636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0556" y="196596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0556" y="21488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20556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ERRORS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" y="411480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14304C"/>
          </a:solidFill>
          <a:ln/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3836" y="42793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shipped this week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3836" y="4663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TypeScript + Tailwind, rebuilt to match the official site-structure brief — light theme in the real iStudentPlus brand colors (navy + pink), production build passing with zero errors.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section now matches the client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3127248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6-step journey, consultation form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7570" y="1920240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2162" y="2084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78C7"/>
          </a:solidFill>
          <a:ln/>
        </p:spPr>
      </p:sp>
      <p:sp>
        <p:nvSpPr>
          <p:cNvPr id="11" name="Text 9"/>
          <p:cNvSpPr/>
          <p:nvPr/>
        </p:nvSpPr>
        <p:spPr>
          <a:xfrm>
            <a:off x="3582162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2162" y="2542032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82162" y="3127248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offices, our team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5060" y="1920240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9652" y="2084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9652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9652" y="2542032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Abroad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9652" y="3127248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Australia, UK, USA, Canada, China, Japan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72550" y="1920240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7142" y="2084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78C7"/>
          </a:solidFill>
          <a:ln/>
        </p:spPr>
      </p:sp>
      <p:sp>
        <p:nvSpPr>
          <p:cNvPr id="21" name="Text 19"/>
          <p:cNvSpPr/>
          <p:nvPr/>
        </p:nvSpPr>
        <p:spPr>
          <a:xfrm>
            <a:off x="9137142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37142" y="2542032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37142" y="3127248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Admission, Admission Counselling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995928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160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4617720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 &amp; Universities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4672" y="5202936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VET/Diploma → PhD, qualification filter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7570" y="3995928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82162" y="4160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78C7"/>
          </a:solidFill>
          <a:ln/>
        </p:spPr>
      </p:sp>
      <p:sp>
        <p:nvSpPr>
          <p:cNvPr id="31" name="Text 29"/>
          <p:cNvSpPr/>
          <p:nvPr/>
        </p:nvSpPr>
        <p:spPr>
          <a:xfrm>
            <a:off x="3582162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82162" y="4617720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Programs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82162" y="5202936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English, Conversation, IELTS, JLPT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5060" y="3995928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9652" y="4160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6" name="Text 34"/>
          <p:cNvSpPr/>
          <p:nvPr/>
        </p:nvSpPr>
        <p:spPr>
          <a:xfrm>
            <a:off x="6359652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9652" y="4617720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59652" y="5202936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News, Immigration, Student Life, Study Tips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72550" y="3995928"/>
            <a:ext cx="257632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37142" y="4160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78C7"/>
          </a:solidFill>
          <a:ln/>
        </p:spPr>
      </p:sp>
      <p:sp>
        <p:nvSpPr>
          <p:cNvPr id="41" name="Text 39"/>
          <p:cNvSpPr/>
          <p:nvPr/>
        </p:nvSpPr>
        <p:spPr>
          <a:xfrm>
            <a:off x="9137142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37142" y="4617720"/>
            <a:ext cx="224713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Us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37142" y="5202936"/>
            <a:ext cx="224713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Offices, WhatsApp, social media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after the client brief arrived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3524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(THIS WEEK)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27080" cy="0"/>
          </a:xfrm>
          <a:prstGeom prst="line">
            <a:avLst/>
          </a:prstGeom>
          <a:noFill/>
          <a:ln w="12700">
            <a:solidFill>
              <a:srgbClr val="DE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4144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locations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0" y="2441448"/>
            <a:ext cx="3749040" cy="795528"/>
          </a:xfrm>
          <a:prstGeom prst="roundRect">
            <a:avLst>
              <a:gd name="adj" fmla="val 9195"/>
            </a:avLst>
          </a:prstGeom>
          <a:solidFill>
            <a:srgbClr val="FBEEF0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24963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Sydney, Australia (from old site scrape)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35240" y="2441448"/>
            <a:ext cx="3931920" cy="795528"/>
          </a:xfrm>
          <a:prstGeom prst="roundRect">
            <a:avLst>
              <a:gd name="adj" fmla="val 9195"/>
            </a:avLst>
          </a:prstGeom>
          <a:solidFill>
            <a:srgbClr val="E9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49631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Pangkalpinang &amp; Makassar, Indonesia — Jakarta coming soon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0" y="3401568"/>
            <a:ext cx="3749040" cy="795528"/>
          </a:xfrm>
          <a:prstGeom prst="roundRect">
            <a:avLst>
              <a:gd name="adj" fmla="val 9195"/>
            </a:avLst>
          </a:prstGeom>
          <a:solidFill>
            <a:srgbClr val="FBEEF0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34564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names or bios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3401568"/>
            <a:ext cx="3931920" cy="795528"/>
          </a:xfrm>
          <a:prstGeom prst="roundRect">
            <a:avLst>
              <a:gd name="adj" fmla="val 9195"/>
            </a:avLst>
          </a:prstGeom>
          <a:solidFill>
            <a:srgbClr val="E9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34564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Christella (CEO) &amp; Nur Fadillah, with real bio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36168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0" y="4361688"/>
            <a:ext cx="3749040" cy="795528"/>
          </a:xfrm>
          <a:prstGeom prst="roundRect">
            <a:avLst>
              <a:gd name="adj" fmla="val 9195"/>
            </a:avLst>
          </a:prstGeom>
          <a:solidFill>
            <a:srgbClr val="FBEEF0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441655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simple links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35240" y="4361688"/>
            <a:ext cx="3931920" cy="795528"/>
          </a:xfrm>
          <a:prstGeom prst="roundRect">
            <a:avLst>
              <a:gd name="adj" fmla="val 9195"/>
            </a:avLst>
          </a:prstGeom>
          <a:solidFill>
            <a:srgbClr val="E9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44165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 with dropdown submenus, matching the brief exactly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32180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CTA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0" y="5321808"/>
            <a:ext cx="3749040" cy="795528"/>
          </a:xfrm>
          <a:prstGeom prst="roundRect">
            <a:avLst>
              <a:gd name="adj" fmla="val 9195"/>
            </a:avLst>
          </a:prstGeom>
          <a:solidFill>
            <a:srgbClr val="FBEEF0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537667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button only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5321808"/>
            <a:ext cx="3931920" cy="795528"/>
          </a:xfrm>
          <a:prstGeom prst="roundRect">
            <a:avLst>
              <a:gd name="adj" fmla="val 9195"/>
            </a:avLst>
          </a:prstGeom>
          <a:solidFill>
            <a:srgbClr val="E9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537667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Free Consultation” + full embedded form on Home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did not build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27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Course Enrollment (registration → payment → calendar → reminder)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697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a payment gateway and a booking/calendar system — real backend work, not just page design. We paused here on purpose so the site structure and content could be finished and confirmed first.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3611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7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as its own backlog item — see “Decisions Needed” for what unlocks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work this way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structure and content first — it's what you review and correct fastest.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Payment/booking flows are expensive to redo — build once, after scope is confirmed.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deferred item is written down here, not silently dropped.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workstreams for next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9516" y="20116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3836" y="228600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973836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13916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GEO 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3836" y="2880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sitemap.xml, robots.txt, llms.txt, structured data pass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20116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1676" y="2286000"/>
            <a:ext cx="457200" cy="457200"/>
          </a:xfrm>
          <a:prstGeom prst="ellipse">
            <a:avLst/>
          </a:prstGeom>
          <a:solidFill>
            <a:srgbClr val="1E78C7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91756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Finalization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1676" y="2880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office contact info, get team photos &amp; bios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" y="42062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3836" y="448056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973836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13916" y="44622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&amp; 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3836" y="5074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Mobile/tablet pass, accessibility, Lighthouse check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42062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1676" y="4480560"/>
            <a:ext cx="457200" cy="457200"/>
          </a:xfrm>
          <a:prstGeom prst="ellipse">
            <a:avLst/>
          </a:prstGeom>
          <a:solidFill>
            <a:srgbClr val="1E78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91756" y="44622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&amp; Review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1676" y="5074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staging, walk through with the team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BREAKDOWN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Day-by-day plan, 14–18 Juli 2026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27080" cy="41148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6537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 14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&amp; GEO 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sitemap.xml, robots.txt, llms.txt, per-page metadata polish, verify structured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 15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Finalization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valid office phone/email, collect Cindy's photo &amp; bio, real partner logos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 16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— Responsive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Mobile/tablet pass across all 14 pages, fix layout issues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 17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— Performance &amp; A11y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pass, image optimization, keyboard nav &amp; contrast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 18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&amp;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staging, walkthrough with team, log feedback as next backlog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t">
                    <a:lnL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YOUR INPUT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that unlock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21408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Cindy Christella's bio &amp; photo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38658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page currently shows an honest placeholder — needs 1–2 paragraphs + photo (also a photo for Nur Fadillah).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18688"/>
            <a:ext cx="457200" cy="457200"/>
          </a:xfrm>
          <a:prstGeom prst="ellipse">
            <a:avLst/>
          </a:prstGeom>
          <a:solidFill>
            <a:srgbClr val="1E78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1546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contact details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08760" y="348386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site's phone/address were leftover theme demo data — please confirm the real office phone, email, and address.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15968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vs. static content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458114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Blog/content be editable via a CMS, or is code-managed content fine for now?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413248"/>
            <a:ext cx="457200" cy="457200"/>
          </a:xfrm>
          <a:prstGeom prst="ellipse">
            <a:avLst/>
          </a:prstGeom>
          <a:solidFill>
            <a:srgbClr val="1E78C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3492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&amp; payment priority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08760" y="567842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Language Course Enrollment (payment + calendar) start — and which payment gateway do you use?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1E78C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the four decisions above — happy to go through any of it now.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iStudentPlus Website Development · Weekly Progress Update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2026-07-16T05:46:08Z</dcterms:created>
  <dcterms:modified xsi:type="dcterms:W3CDTF">2026-07-16T05:46:08Z</dcterms:modified>
</cp:coreProperties>
</file>